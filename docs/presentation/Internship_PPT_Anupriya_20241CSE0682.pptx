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30" r:id="rId1"/>
  </p:sldMasterIdLst>
  <p:notesMasterIdLst>
    <p:notesMasterId r:id="rId17"/>
  </p:notesMasterIdLst>
  <p:sldIdLst>
    <p:sldId id="483" r:id="rId2"/>
    <p:sldId id="484" r:id="rId3"/>
    <p:sldId id="470" r:id="rId4"/>
    <p:sldId id="488" r:id="rId5"/>
    <p:sldId id="478" r:id="rId6"/>
    <p:sldId id="482" r:id="rId7"/>
    <p:sldId id="486" r:id="rId8"/>
    <p:sldId id="489" r:id="rId9"/>
    <p:sldId id="490" r:id="rId10"/>
    <p:sldId id="491" r:id="rId11"/>
    <p:sldId id="485" r:id="rId12"/>
    <p:sldId id="492" r:id="rId13"/>
    <p:sldId id="487" r:id="rId14"/>
    <p:sldId id="473" r:id="rId15"/>
    <p:sldId id="468" r:id="rId16"/>
  </p:sldIdLst>
  <p:sldSz cx="12192000" cy="6858000"/>
  <p:notesSz cx="6954838" cy="93091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180"/>
    <a:srgbClr val="FF3300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F50CB0-298A-49EE-94E6-F63DF5495081}" v="39" dt="2026-08-07T15:21:34.0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47" autoAdjust="0"/>
    <p:restoredTop sz="94434" autoAdjust="0"/>
  </p:normalViewPr>
  <p:slideViewPr>
    <p:cSldViewPr snapToGrid="0">
      <p:cViewPr varScale="1">
        <p:scale>
          <a:sx n="95" d="100"/>
          <a:sy n="95" d="100"/>
        </p:scale>
        <p:origin x="43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9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priya S" userId="ebf161a66806a654" providerId="LiveId" clId="{91FB8749-0CBF-4F53-8025-88B1D7850C15}"/>
    <pc:docChg chg="undo redo custSel addSld delSld modSld">
      <pc:chgData name="Anupriya S" userId="ebf161a66806a654" providerId="LiveId" clId="{91FB8749-0CBF-4F53-8025-88B1D7850C15}" dt="2026-08-07T15:21:34.094" v="738" actId="478"/>
      <pc:docMkLst>
        <pc:docMk/>
      </pc:docMkLst>
      <pc:sldChg chg="addSp modSp mod">
        <pc:chgData name="Anupriya S" userId="ebf161a66806a654" providerId="LiveId" clId="{91FB8749-0CBF-4F53-8025-88B1D7850C15}" dt="2026-08-07T15:19:15.975" v="729" actId="1076"/>
        <pc:sldMkLst>
          <pc:docMk/>
          <pc:sldMk cId="816428933" sldId="470"/>
        </pc:sldMkLst>
        <pc:spChg chg="mod">
          <ac:chgData name="Anupriya S" userId="ebf161a66806a654" providerId="LiveId" clId="{91FB8749-0CBF-4F53-8025-88B1D7850C15}" dt="2026-08-06T15:03:18.826" v="266" actId="1076"/>
          <ac:spMkLst>
            <pc:docMk/>
            <pc:sldMk cId="816428933" sldId="470"/>
            <ac:spMk id="2" creationId="{00000000-0000-0000-0000-000000000000}"/>
          </ac:spMkLst>
        </pc:spChg>
        <pc:spChg chg="mod">
          <ac:chgData name="Anupriya S" userId="ebf161a66806a654" providerId="LiveId" clId="{91FB8749-0CBF-4F53-8025-88B1D7850C15}" dt="2026-08-07T15:19:07.120" v="728" actId="948"/>
          <ac:spMkLst>
            <pc:docMk/>
            <pc:sldMk cId="816428933" sldId="470"/>
            <ac:spMk id="3" creationId="{00000000-0000-0000-0000-000000000000}"/>
          </ac:spMkLst>
        </pc:spChg>
        <pc:picChg chg="add mod">
          <ac:chgData name="Anupriya S" userId="ebf161a66806a654" providerId="LiveId" clId="{91FB8749-0CBF-4F53-8025-88B1D7850C15}" dt="2026-08-07T15:19:15.975" v="729" actId="1076"/>
          <ac:picMkLst>
            <pc:docMk/>
            <pc:sldMk cId="816428933" sldId="470"/>
            <ac:picMk id="6" creationId="{B06754D4-ECAF-060D-4707-922B7FA3A877}"/>
          </ac:picMkLst>
        </pc:picChg>
      </pc:sldChg>
      <pc:sldChg chg="modSp mod">
        <pc:chgData name="Anupriya S" userId="ebf161a66806a654" providerId="LiveId" clId="{91FB8749-0CBF-4F53-8025-88B1D7850C15}" dt="2026-08-07T14:51:33.399" v="713" actId="20577"/>
        <pc:sldMkLst>
          <pc:docMk/>
          <pc:sldMk cId="103887700" sldId="478"/>
        </pc:sldMkLst>
        <pc:spChg chg="mod">
          <ac:chgData name="Anupriya S" userId="ebf161a66806a654" providerId="LiveId" clId="{91FB8749-0CBF-4F53-8025-88B1D7850C15}" dt="2026-08-07T14:51:33.399" v="713" actId="20577"/>
          <ac:spMkLst>
            <pc:docMk/>
            <pc:sldMk cId="103887700" sldId="478"/>
            <ac:spMk id="3" creationId="{00000000-0000-0000-0000-000000000000}"/>
          </ac:spMkLst>
        </pc:spChg>
      </pc:sldChg>
      <pc:sldChg chg="modSp mod">
        <pc:chgData name="Anupriya S" userId="ebf161a66806a654" providerId="LiveId" clId="{91FB8749-0CBF-4F53-8025-88B1D7850C15}" dt="2026-08-06T15:11:14.458" v="332" actId="113"/>
        <pc:sldMkLst>
          <pc:docMk/>
          <pc:sldMk cId="3432951823" sldId="482"/>
        </pc:sldMkLst>
        <pc:spChg chg="mod">
          <ac:chgData name="Anupriya S" userId="ebf161a66806a654" providerId="LiveId" clId="{91FB8749-0CBF-4F53-8025-88B1D7850C15}" dt="2026-08-06T15:11:14.458" v="332" actId="113"/>
          <ac:spMkLst>
            <pc:docMk/>
            <pc:sldMk cId="3432951823" sldId="482"/>
            <ac:spMk id="3" creationId="{00000000-0000-0000-0000-000000000000}"/>
          </ac:spMkLst>
        </pc:spChg>
      </pc:sldChg>
      <pc:sldChg chg="modSp mod">
        <pc:chgData name="Anupriya S" userId="ebf161a66806a654" providerId="LiveId" clId="{91FB8749-0CBF-4F53-8025-88B1D7850C15}" dt="2026-08-07T15:20:39.853" v="737" actId="122"/>
        <pc:sldMkLst>
          <pc:docMk/>
          <pc:sldMk cId="3090239800" sldId="483"/>
        </pc:sldMkLst>
        <pc:spChg chg="mod">
          <ac:chgData name="Anupriya S" userId="ebf161a66806a654" providerId="LiveId" clId="{91FB8749-0CBF-4F53-8025-88B1D7850C15}" dt="2026-08-07T15:20:20.335" v="735" actId="1076"/>
          <ac:spMkLst>
            <pc:docMk/>
            <pc:sldMk cId="3090239800" sldId="483"/>
            <ac:spMk id="8" creationId="{00000000-0000-0000-0000-000000000000}"/>
          </ac:spMkLst>
        </pc:spChg>
        <pc:spChg chg="mod">
          <ac:chgData name="Anupriya S" userId="ebf161a66806a654" providerId="LiveId" clId="{91FB8749-0CBF-4F53-8025-88B1D7850C15}" dt="2026-08-06T15:42:30.666" v="535" actId="1076"/>
          <ac:spMkLst>
            <pc:docMk/>
            <pc:sldMk cId="3090239800" sldId="483"/>
            <ac:spMk id="9" creationId="{00000000-0000-0000-0000-000000000000}"/>
          </ac:spMkLst>
        </pc:spChg>
        <pc:spChg chg="mod">
          <ac:chgData name="Anupriya S" userId="ebf161a66806a654" providerId="LiveId" clId="{91FB8749-0CBF-4F53-8025-88B1D7850C15}" dt="2026-08-07T15:20:39.853" v="737" actId="122"/>
          <ac:spMkLst>
            <pc:docMk/>
            <pc:sldMk cId="3090239800" sldId="483"/>
            <ac:spMk id="90" creationId="{00000000-0000-0000-0000-000000000000}"/>
          </ac:spMkLst>
        </pc:spChg>
        <pc:graphicFrameChg chg="modGraphic">
          <ac:chgData name="Anupriya S" userId="ebf161a66806a654" providerId="LiveId" clId="{91FB8749-0CBF-4F53-8025-88B1D7850C15}" dt="2026-08-06T14:45:18.646" v="29" actId="20577"/>
          <ac:graphicFrameMkLst>
            <pc:docMk/>
            <pc:sldMk cId="3090239800" sldId="483"/>
            <ac:graphicFrameMk id="10" creationId="{00000000-0000-0000-0000-000000000000}"/>
          </ac:graphicFrameMkLst>
        </pc:graphicFrameChg>
      </pc:sldChg>
      <pc:sldChg chg="addSp delSp modSp mod">
        <pc:chgData name="Anupriya S" userId="ebf161a66806a654" providerId="LiveId" clId="{91FB8749-0CBF-4F53-8025-88B1D7850C15}" dt="2026-08-06T15:30:03.567" v="453" actId="1076"/>
        <pc:sldMkLst>
          <pc:docMk/>
          <pc:sldMk cId="1163375810" sldId="485"/>
        </pc:sldMkLst>
        <pc:spChg chg="mod">
          <ac:chgData name="Anupriya S" userId="ebf161a66806a654" providerId="LiveId" clId="{91FB8749-0CBF-4F53-8025-88B1D7850C15}" dt="2026-08-06T15:19:39.898" v="421" actId="20577"/>
          <ac:spMkLst>
            <pc:docMk/>
            <pc:sldMk cId="1163375810" sldId="485"/>
            <ac:spMk id="2" creationId="{00000000-0000-0000-0000-000000000000}"/>
          </ac:spMkLst>
        </pc:spChg>
        <pc:spChg chg="del">
          <ac:chgData name="Anupriya S" userId="ebf161a66806a654" providerId="LiveId" clId="{91FB8749-0CBF-4F53-8025-88B1D7850C15}" dt="2026-08-06T15:22:09.236" v="423"/>
          <ac:spMkLst>
            <pc:docMk/>
            <pc:sldMk cId="1163375810" sldId="485"/>
            <ac:spMk id="3" creationId="{00000000-0000-0000-0000-000000000000}"/>
          </ac:spMkLst>
        </pc:spChg>
        <pc:spChg chg="add mod">
          <ac:chgData name="Anupriya S" userId="ebf161a66806a654" providerId="LiveId" clId="{91FB8749-0CBF-4F53-8025-88B1D7850C15}" dt="2026-08-06T15:29:35.910" v="450"/>
          <ac:spMkLst>
            <pc:docMk/>
            <pc:sldMk cId="1163375810" sldId="485"/>
            <ac:spMk id="9" creationId="{54325FCC-1F95-ACD9-EA79-2ACDD82C4E6E}"/>
          </ac:spMkLst>
        </pc:spChg>
        <pc:spChg chg="add mod">
          <ac:chgData name="Anupriya S" userId="ebf161a66806a654" providerId="LiveId" clId="{91FB8749-0CBF-4F53-8025-88B1D7850C15}" dt="2026-08-06T15:30:03.567" v="453" actId="1076"/>
          <ac:spMkLst>
            <pc:docMk/>
            <pc:sldMk cId="1163375810" sldId="485"/>
            <ac:spMk id="10" creationId="{E75DE862-8191-5261-54EC-F7D764EC28BB}"/>
          </ac:spMkLst>
        </pc:spChg>
        <pc:picChg chg="add mod ord">
          <ac:chgData name="Anupriya S" userId="ebf161a66806a654" providerId="LiveId" clId="{91FB8749-0CBF-4F53-8025-88B1D7850C15}" dt="2026-08-06T15:22:57.448" v="433" actId="1076"/>
          <ac:picMkLst>
            <pc:docMk/>
            <pc:sldMk cId="1163375810" sldId="485"/>
            <ac:picMk id="6" creationId="{520AD07B-1B71-D008-1486-256C5872F657}"/>
          </ac:picMkLst>
        </pc:picChg>
        <pc:picChg chg="add mod">
          <ac:chgData name="Anupriya S" userId="ebf161a66806a654" providerId="LiveId" clId="{91FB8749-0CBF-4F53-8025-88B1D7850C15}" dt="2026-08-06T15:22:59.542" v="434" actId="1076"/>
          <ac:picMkLst>
            <pc:docMk/>
            <pc:sldMk cId="1163375810" sldId="485"/>
            <ac:picMk id="8" creationId="{1675E84F-FBA4-FEE3-02D6-3B1F6C9BF98F}"/>
          </ac:picMkLst>
        </pc:picChg>
      </pc:sldChg>
      <pc:sldChg chg="modSp mod">
        <pc:chgData name="Anupriya S" userId="ebf161a66806a654" providerId="LiveId" clId="{91FB8749-0CBF-4F53-8025-88B1D7850C15}" dt="2026-08-06T15:14:26.538" v="359" actId="113"/>
        <pc:sldMkLst>
          <pc:docMk/>
          <pc:sldMk cId="313958729" sldId="486"/>
        </pc:sldMkLst>
        <pc:spChg chg="mod">
          <ac:chgData name="Anupriya S" userId="ebf161a66806a654" providerId="LiveId" clId="{91FB8749-0CBF-4F53-8025-88B1D7850C15}" dt="2026-08-06T15:12:29.619" v="333" actId="20577"/>
          <ac:spMkLst>
            <pc:docMk/>
            <pc:sldMk cId="313958729" sldId="486"/>
            <ac:spMk id="2" creationId="{00000000-0000-0000-0000-000000000000}"/>
          </ac:spMkLst>
        </pc:spChg>
        <pc:spChg chg="mod">
          <ac:chgData name="Anupriya S" userId="ebf161a66806a654" providerId="LiveId" clId="{91FB8749-0CBF-4F53-8025-88B1D7850C15}" dt="2026-08-06T15:14:26.538" v="359" actId="113"/>
          <ac:spMkLst>
            <pc:docMk/>
            <pc:sldMk cId="313958729" sldId="486"/>
            <ac:spMk id="3" creationId="{00000000-0000-0000-0000-000000000000}"/>
          </ac:spMkLst>
        </pc:spChg>
      </pc:sldChg>
      <pc:sldChg chg="modSp mod">
        <pc:chgData name="Anupriya S" userId="ebf161a66806a654" providerId="LiveId" clId="{91FB8749-0CBF-4F53-8025-88B1D7850C15}" dt="2026-08-06T15:26:41.110" v="441" actId="255"/>
        <pc:sldMkLst>
          <pc:docMk/>
          <pc:sldMk cId="3437392139" sldId="487"/>
        </pc:sldMkLst>
        <pc:spChg chg="mod">
          <ac:chgData name="Anupriya S" userId="ebf161a66806a654" providerId="LiveId" clId="{91FB8749-0CBF-4F53-8025-88B1D7850C15}" dt="2026-08-06T15:26:41.110" v="441" actId="255"/>
          <ac:spMkLst>
            <pc:docMk/>
            <pc:sldMk cId="3437392139" sldId="487"/>
            <ac:spMk id="3" creationId="{00000000-0000-0000-0000-000000000000}"/>
          </ac:spMkLst>
        </pc:spChg>
      </pc:sldChg>
      <pc:sldChg chg="addSp delSp modSp new del mod">
        <pc:chgData name="Anupriya S" userId="ebf161a66806a654" providerId="LiveId" clId="{91FB8749-0CBF-4F53-8025-88B1D7850C15}" dt="2026-08-06T14:58:47.387" v="180" actId="2696"/>
        <pc:sldMkLst>
          <pc:docMk/>
          <pc:sldMk cId="1721742269" sldId="488"/>
        </pc:sldMkLst>
        <pc:spChg chg="mod">
          <ac:chgData name="Anupriya S" userId="ebf161a66806a654" providerId="LiveId" clId="{91FB8749-0CBF-4F53-8025-88B1D7850C15}" dt="2026-08-06T14:57:42.481" v="151" actId="21"/>
          <ac:spMkLst>
            <pc:docMk/>
            <pc:sldMk cId="1721742269" sldId="488"/>
            <ac:spMk id="3" creationId="{28D3412B-2BD5-2148-FE2B-C41264871A10}"/>
          </ac:spMkLst>
        </pc:spChg>
        <pc:spChg chg="add del mod">
          <ac:chgData name="Anupriya S" userId="ebf161a66806a654" providerId="LiveId" clId="{91FB8749-0CBF-4F53-8025-88B1D7850C15}" dt="2026-08-06T14:58:44.948" v="179"/>
          <ac:spMkLst>
            <pc:docMk/>
            <pc:sldMk cId="1721742269" sldId="488"/>
            <ac:spMk id="7" creationId="{BCF657CF-6484-DE93-5C93-90DC46D3816F}"/>
          </ac:spMkLst>
        </pc:spChg>
        <pc:picChg chg="add del mod">
          <ac:chgData name="Anupriya S" userId="ebf161a66806a654" providerId="LiveId" clId="{91FB8749-0CBF-4F53-8025-88B1D7850C15}" dt="2026-08-06T14:51:15.418" v="80" actId="21"/>
          <ac:picMkLst>
            <pc:docMk/>
            <pc:sldMk cId="1721742269" sldId="488"/>
            <ac:picMk id="5" creationId="{D25D02B1-8542-E1FF-FC3A-65FD35B8C07F}"/>
          </ac:picMkLst>
        </pc:picChg>
      </pc:sldChg>
      <pc:sldChg chg="addSp modSp new mod">
        <pc:chgData name="Anupriya S" userId="ebf161a66806a654" providerId="LiveId" clId="{91FB8749-0CBF-4F53-8025-88B1D7850C15}" dt="2026-08-06T15:05:42.705" v="292" actId="20577"/>
        <pc:sldMkLst>
          <pc:docMk/>
          <pc:sldMk cId="2311324209" sldId="488"/>
        </pc:sldMkLst>
        <pc:spChg chg="add mod">
          <ac:chgData name="Anupriya S" userId="ebf161a66806a654" providerId="LiveId" clId="{91FB8749-0CBF-4F53-8025-88B1D7850C15}" dt="2026-08-06T15:05:42.705" v="292" actId="20577"/>
          <ac:spMkLst>
            <pc:docMk/>
            <pc:sldMk cId="2311324209" sldId="488"/>
            <ac:spMk id="4" creationId="{773FC1F3-245E-5853-4E97-E3DD109B5F51}"/>
          </ac:spMkLst>
        </pc:spChg>
        <pc:picChg chg="add mod">
          <ac:chgData name="Anupriya S" userId="ebf161a66806a654" providerId="LiveId" clId="{91FB8749-0CBF-4F53-8025-88B1D7850C15}" dt="2026-08-06T15:04:19.909" v="270" actId="1076"/>
          <ac:picMkLst>
            <pc:docMk/>
            <pc:sldMk cId="2311324209" sldId="488"/>
            <ac:picMk id="6" creationId="{B2527D43-D9EA-2C54-B524-4E47EFA9D567}"/>
          </ac:picMkLst>
        </pc:picChg>
      </pc:sldChg>
      <pc:sldChg chg="addSp delSp modSp new mod modClrScheme chgLayout">
        <pc:chgData name="Anupriya S" userId="ebf161a66806a654" providerId="LiveId" clId="{91FB8749-0CBF-4F53-8025-88B1D7850C15}" dt="2026-08-07T15:21:34.094" v="738" actId="478"/>
        <pc:sldMkLst>
          <pc:docMk/>
          <pc:sldMk cId="694711976" sldId="489"/>
        </pc:sldMkLst>
        <pc:spChg chg="mod">
          <ac:chgData name="Anupriya S" userId="ebf161a66806a654" providerId="LiveId" clId="{91FB8749-0CBF-4F53-8025-88B1D7850C15}" dt="2026-08-06T15:16:12.214" v="372" actId="26606"/>
          <ac:spMkLst>
            <pc:docMk/>
            <pc:sldMk cId="694711976" sldId="489"/>
            <ac:spMk id="2" creationId="{15201537-88CB-F5DD-F823-316796FF0E25}"/>
          </ac:spMkLst>
        </pc:spChg>
        <pc:spChg chg="add mod ord">
          <ac:chgData name="Anupriya S" userId="ebf161a66806a654" providerId="LiveId" clId="{91FB8749-0CBF-4F53-8025-88B1D7850C15}" dt="2026-08-06T15:38:01.482" v="481" actId="113"/>
          <ac:spMkLst>
            <pc:docMk/>
            <pc:sldMk cId="694711976" sldId="489"/>
            <ac:spMk id="5" creationId="{135810CF-E4EE-A3F8-BC22-249C3CEF5775}"/>
          </ac:spMkLst>
        </pc:spChg>
        <pc:spChg chg="add del mod">
          <ac:chgData name="Anupriya S" userId="ebf161a66806a654" providerId="LiveId" clId="{91FB8749-0CBF-4F53-8025-88B1D7850C15}" dt="2026-08-07T15:21:34.094" v="738" actId="478"/>
          <ac:spMkLst>
            <pc:docMk/>
            <pc:sldMk cId="694711976" sldId="489"/>
            <ac:spMk id="10" creationId="{2E5F6898-AF41-1FEB-8D70-CEEB583017CF}"/>
          </ac:spMkLst>
        </pc:spChg>
        <pc:graphicFrameChg chg="add mod modGraphic">
          <ac:chgData name="Anupriya S" userId="ebf161a66806a654" providerId="LiveId" clId="{91FB8749-0CBF-4F53-8025-88B1D7850C15}" dt="2026-08-06T15:16:55.019" v="378" actId="1076"/>
          <ac:graphicFrameMkLst>
            <pc:docMk/>
            <pc:sldMk cId="694711976" sldId="489"/>
            <ac:graphicFrameMk id="3" creationId="{0FD6BD5E-C973-D24C-8CCA-61F432238EE5}"/>
          </ac:graphicFrameMkLst>
        </pc:graphicFrameChg>
      </pc:sldChg>
      <pc:sldChg chg="modSp new del mod">
        <pc:chgData name="Anupriya S" userId="ebf161a66806a654" providerId="LiveId" clId="{91FB8749-0CBF-4F53-8025-88B1D7850C15}" dt="2026-08-06T15:15:20.991" v="365" actId="2696"/>
        <pc:sldMkLst>
          <pc:docMk/>
          <pc:sldMk cId="3702159164" sldId="489"/>
        </pc:sldMkLst>
        <pc:spChg chg="mod">
          <ac:chgData name="Anupriya S" userId="ebf161a66806a654" providerId="LiveId" clId="{91FB8749-0CBF-4F53-8025-88B1D7850C15}" dt="2026-08-06T15:15:14.631" v="364" actId="20577"/>
          <ac:spMkLst>
            <pc:docMk/>
            <pc:sldMk cId="3702159164" sldId="489"/>
            <ac:spMk id="2" creationId="{4460919F-F6CF-F456-FAD3-9437EEA8A220}"/>
          </ac:spMkLst>
        </pc:spChg>
      </pc:sldChg>
      <pc:sldChg chg="addSp modSp new mod">
        <pc:chgData name="Anupriya S" userId="ebf161a66806a654" providerId="LiveId" clId="{91FB8749-0CBF-4F53-8025-88B1D7850C15}" dt="2026-08-06T15:18:33.072" v="411" actId="20577"/>
        <pc:sldMkLst>
          <pc:docMk/>
          <pc:sldMk cId="4175182464" sldId="490"/>
        </pc:sldMkLst>
        <pc:spChg chg="add mod">
          <ac:chgData name="Anupriya S" userId="ebf161a66806a654" providerId="LiveId" clId="{91FB8749-0CBF-4F53-8025-88B1D7850C15}" dt="2026-08-06T15:18:33.072" v="411" actId="20577"/>
          <ac:spMkLst>
            <pc:docMk/>
            <pc:sldMk cId="4175182464" sldId="490"/>
            <ac:spMk id="4" creationId="{F127D68C-4D94-F022-74FC-59EEC01A2C6B}"/>
          </ac:spMkLst>
        </pc:spChg>
      </pc:sldChg>
      <pc:sldChg chg="addSp modSp new mod">
        <pc:chgData name="Anupriya S" userId="ebf161a66806a654" providerId="LiveId" clId="{91FB8749-0CBF-4F53-8025-88B1D7850C15}" dt="2026-08-06T15:39:52.624" v="525" actId="1076"/>
        <pc:sldMkLst>
          <pc:docMk/>
          <pc:sldMk cId="313752730" sldId="491"/>
        </pc:sldMkLst>
        <pc:spChg chg="add mod">
          <ac:chgData name="Anupriya S" userId="ebf161a66806a654" providerId="LiveId" clId="{91FB8749-0CBF-4F53-8025-88B1D7850C15}" dt="2026-08-06T15:38:54.319" v="519" actId="403"/>
          <ac:spMkLst>
            <pc:docMk/>
            <pc:sldMk cId="313752730" sldId="491"/>
            <ac:spMk id="4" creationId="{9EB15DC8-13ED-487F-F225-4A7274D09854}"/>
          </ac:spMkLst>
        </pc:spChg>
        <pc:spChg chg="add mod">
          <ac:chgData name="Anupriya S" userId="ebf161a66806a654" providerId="LiveId" clId="{91FB8749-0CBF-4F53-8025-88B1D7850C15}" dt="2026-08-06T15:39:52.624" v="525" actId="1076"/>
          <ac:spMkLst>
            <pc:docMk/>
            <pc:sldMk cId="313752730" sldId="491"/>
            <ac:spMk id="5" creationId="{5D77284C-1479-816A-8413-5F26F9AE28D4}"/>
          </ac:spMkLst>
        </pc:spChg>
      </pc:sldChg>
      <pc:sldChg chg="addSp modSp new mod">
        <pc:chgData name="Anupriya S" userId="ebf161a66806a654" providerId="LiveId" clId="{91FB8749-0CBF-4F53-8025-88B1D7850C15}" dt="2026-08-06T15:41:37.125" v="530" actId="1076"/>
        <pc:sldMkLst>
          <pc:docMk/>
          <pc:sldMk cId="193260383" sldId="492"/>
        </pc:sldMkLst>
        <pc:spChg chg="add mod">
          <ac:chgData name="Anupriya S" userId="ebf161a66806a654" providerId="LiveId" clId="{91FB8749-0CBF-4F53-8025-88B1D7850C15}" dt="2026-08-06T15:41:37.125" v="530" actId="1076"/>
          <ac:spMkLst>
            <pc:docMk/>
            <pc:sldMk cId="193260383" sldId="492"/>
            <ac:spMk id="4" creationId="{7BCB2436-53FE-50E1-F22B-6DC8A12D011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1A9256-F9C8-48F3-9246-288820D19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08C6F2-4266-4213-8BF4-8EA0CDC970F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A20220-E8D3-4BE8-9E9D-D5B982467646}" type="datetimeFigureOut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B13A30F-9520-44F4-81B2-1BCC447DE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266252B-3FF1-4DA9-A03B-C61619A41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DEBF4-55D6-4B92-B2C6-9B4374F6BE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A1201-67BC-4B63-9687-0E1922524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A1ABE2-8A9C-4371-A477-2D85B6949A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194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198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7341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56918-D4B3-422F-BFF9-D10393CB1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84284-C742-4CDE-BCD1-55F1EACCE4BD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2B6A4-3E11-4AFE-97A2-755EDA1D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D3FD1-471F-422B-AFB8-CC8FCE5DC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C8F4A-8BCF-4389-A68F-ABDBB8A384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8394844"/>
      </p:ext>
    </p:extLst>
  </p:cSld>
  <p:clrMapOvr>
    <a:masterClrMapping/>
  </p:clrMapOvr>
  <p:transition spd="slow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B27E7-0E5F-45FD-B9BC-82F6ACE5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00D6F-81A6-4CA0-8B3C-34372C62B661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0F7A6-907E-418D-ABF6-CE0D106D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6D880-0EA6-4FCD-A723-C3932356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EC703-C051-410C-8BA1-62752E291E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887381"/>
      </p:ext>
    </p:extLst>
  </p:cSld>
  <p:clrMapOvr>
    <a:masterClrMapping/>
  </p:clrMapOvr>
  <p:transition spd="slow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DAA96-8682-4C88-9622-87E036243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234D9-D072-4920-821D-BED01FCB7247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29450-6172-4A34-B37F-64FAD195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A622E-84FA-417F-BD5A-BE81A489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17B78-0E85-43B3-B804-1DD2F629C1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3603393"/>
      </p:ext>
    </p:extLst>
  </p:cSld>
  <p:clrMapOvr>
    <a:masterClrMapping/>
  </p:clrMapOvr>
  <p:transition spd="slow"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0375BCC-EEE9-412B-A532-7314FE84B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9FD15-50EB-4E55-A7AC-5D569B5B3C80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E5CB5DD-B599-4B4E-BFCE-CB9E35FB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CE3315-9445-4BB5-89D3-235E587A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EC4D6-2A5D-45C1-86E3-8BE19A62D2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645173"/>
      </p:ext>
    </p:extLst>
  </p:cSld>
  <p:clrMapOvr>
    <a:masterClrMapping/>
  </p:clrMapOvr>
  <p:transition spd="slow"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30AD5EF-C609-4119-B375-3771413B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0B61E-D197-4188-943F-30B5936FC2F9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A9EBF0-B7B0-4583-92AB-A3431DE6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83BC57B-A7E4-4277-9D46-57949649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6C894-F542-45DE-85A4-2725CE9249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619855"/>
      </p:ext>
    </p:extLst>
  </p:cSld>
  <p:clrMapOvr>
    <a:masterClrMapping/>
  </p:clrMapOvr>
  <p:transition spd="slow"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1D81C82-41E3-4C7D-816C-58F99A17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41E7F-6671-4D2D-B6AD-20E102447CE3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1C23C57-193A-4FFE-AF84-5DDAD504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00AA421-04F3-46DC-9A65-181848BF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318FD-4EEC-4C57-A972-0B24B8515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4775401"/>
      </p:ext>
    </p:extLst>
  </p:cSld>
  <p:clrMapOvr>
    <a:masterClrMapping/>
  </p:clrMapOvr>
  <p:transition spd="slow"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218A1C0-5E86-44FA-96CE-D0C3A091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11748-68B0-424D-A128-8EE4A2F1567E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C30598B-A85E-40F2-B0F9-CC04D8E3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0ADC7C-B221-49C5-9757-EBEBB0F9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95F4C-44D2-4F45-A0AC-21646A9D27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266658"/>
      </p:ext>
    </p:extLst>
  </p:cSld>
  <p:clrMapOvr>
    <a:masterClrMapping/>
  </p:clrMapOvr>
  <p:transition spd="slow"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9DD4CF-015F-4F62-A63C-9D088FAC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4E8B7-7DCF-4AE2-ACBE-26DA6EBB7347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F56518C-25E4-4791-80CF-9603927D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46B593C-043B-40F1-98DA-B1906E58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429D7-E526-4101-969E-B40B8D8E48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220043"/>
      </p:ext>
    </p:extLst>
  </p:cSld>
  <p:clrMapOvr>
    <a:masterClrMapping/>
  </p:clrMapOvr>
  <p:transition spd="slow"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B5A9D87-E05A-4D16-A703-1E97A8BA2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AEAC7-C2C3-44AF-AB2E-36A1774D5378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0E92F1C-94F6-478A-96CC-20CEB3BF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659F05-47D4-46F4-A7AC-A02AE18D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FD7F1-16F9-4E12-83AD-C4245146BA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370667"/>
      </p:ext>
    </p:extLst>
  </p:cSld>
  <p:clrMapOvr>
    <a:masterClrMapping/>
  </p:clrMapOvr>
  <p:transition spd="slow"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AAE25-87DE-4998-B6CE-F4797898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2336F-006F-49C3-8FF0-2416E12056BA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9861B-6D3E-4215-A3D0-377EC12DA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5A02C-FFC9-401E-8BCD-D06F65B1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A2AFE-CAB8-4467-80DC-C3A4FC1E27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6143411"/>
      </p:ext>
    </p:extLst>
  </p:cSld>
  <p:clrMapOvr>
    <a:masterClrMapping/>
  </p:clrMapOvr>
  <p:transition spd="slow"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B4638-3310-4031-B55D-BE295B1A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83BFA-96BB-4329-BF2F-32F59AFA4E79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7728E-C01A-4686-AD71-F7B61E82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71C28-1E00-4F0A-8B9D-A0E46068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D8426-6957-4B5B-B927-2BE994D1B7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399607"/>
      </p:ext>
    </p:extLst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9A3E1B4-65C6-415A-9681-D05B402B0E8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0C566853-DAEB-4CB7-818F-723C37230F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BD739-9829-4F69-BC53-75013DDD1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6687D5-4D00-474F-82B8-FCFBD98170F5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F0A4C-9308-45AA-A1AA-7B038DC01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AE0DB-89DF-4A35-9269-9E85DEA2E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DBF7CE3-29D9-4203-A481-45960E7661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102663E2-6C69-49E4-9FEB-A0ED3DD955F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5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1" r:id="rId1"/>
    <p:sldLayoutId id="2147484232" r:id="rId2"/>
    <p:sldLayoutId id="2147484233" r:id="rId3"/>
    <p:sldLayoutId id="2147484234" r:id="rId4"/>
    <p:sldLayoutId id="2147484235" r:id="rId5"/>
    <p:sldLayoutId id="2147484236" r:id="rId6"/>
    <p:sldLayoutId id="2147484237" r:id="rId7"/>
    <p:sldLayoutId id="2147484238" r:id="rId8"/>
    <p:sldLayoutId id="2147484239" r:id="rId9"/>
    <p:sldLayoutId id="2147484240" r:id="rId10"/>
    <p:sldLayoutId id="2147484241" r:id="rId11"/>
  </p:sldLayoutIdLst>
  <p:transition spd="slow">
    <p:blinds dir="vert"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81642" y="1843089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</a:t>
            </a:r>
            <a:r>
              <a:rPr lang="en-GB" sz="2000" b="1" i="0" u="none" strike="noStrike" cap="none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Supervision</a:t>
            </a: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Mithun H 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Professor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86072" y="3932435"/>
            <a:ext cx="1200987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 Tech (CSE)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Nagaraja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S R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Vidhya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Rengasamy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Coordinators: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Bhuvaneshwari Patil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3207" y="2830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CSE7000 -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 on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IN" sz="1600" dirty="0"/>
              <a:t>Secure Apache </a:t>
            </a:r>
            <a:r>
              <a:rPr lang="en-IN" sz="1600" dirty="0" err="1"/>
              <a:t>SolrCloud</a:t>
            </a:r>
            <a:r>
              <a:rPr lang="en-IN" sz="1600" dirty="0"/>
              <a:t> with Apache Ranger–Based Authorization and Software Supply Chain Security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330135"/>
              </p:ext>
            </p:extLst>
          </p:nvPr>
        </p:nvGraphicFramePr>
        <p:xfrm>
          <a:off x="601909" y="1911875"/>
          <a:ext cx="4884491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513221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 Anupriya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20241CSE0682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5CSE09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239800"/>
      </p:ext>
    </p:extLst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78759" y="762138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Results (Optional)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648573"/>
      </p:ext>
    </p:extLst>
  </p:cSld>
  <p:clrMapOvr>
    <a:masterClrMapping/>
  </p:clrMapOvr>
  <p:transition spd="slow"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272596"/>
            <a:ext cx="10515600" cy="679904"/>
          </a:xfrm>
        </p:spPr>
        <p:txBody>
          <a:bodyPr/>
          <a:lstStyle/>
          <a:p>
            <a:r>
              <a:rPr lang="en-IN" sz="3200" b="1" dirty="0">
                <a:solidFill>
                  <a:schemeClr val="accent1"/>
                </a:solidFill>
              </a:rPr>
              <a:t>About </a:t>
            </a:r>
            <a:r>
              <a:rPr lang="en-IN" sz="3200" b="1" dirty="0" err="1">
                <a:solidFill>
                  <a:schemeClr val="accent1"/>
                </a:solidFill>
              </a:rPr>
              <a:t>PointCross</a:t>
            </a:r>
            <a:r>
              <a:rPr lang="en-IN" sz="3200" b="1" dirty="0">
                <a:solidFill>
                  <a:schemeClr val="accent1"/>
                </a:solidFill>
              </a:rPr>
              <a:t> Life Sciences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272" y="892630"/>
            <a:ext cx="11129211" cy="4193176"/>
          </a:xfrm>
        </p:spPr>
        <p:txBody>
          <a:bodyPr/>
          <a:lstStyle/>
          <a:p>
            <a:r>
              <a:rPr lang="en-IN" sz="1800" b="1" dirty="0" err="1"/>
              <a:t>PointCross</a:t>
            </a:r>
            <a:r>
              <a:rPr lang="en-IN" sz="1800" b="1" dirty="0"/>
              <a:t> Life Sciences</a:t>
            </a:r>
            <a:r>
              <a:rPr lang="en-IN" sz="1800" dirty="0"/>
              <a:t> is a wholly owned subsidiary of </a:t>
            </a:r>
            <a:r>
              <a:rPr lang="en-IN" sz="1800" dirty="0" err="1"/>
              <a:t>PointCross</a:t>
            </a:r>
            <a:r>
              <a:rPr lang="en-IN" sz="1800" dirty="0"/>
              <a:t> Inc. and provides technology       </a:t>
            </a:r>
          </a:p>
          <a:p>
            <a:pPr marL="0" indent="0">
              <a:spcBef>
                <a:spcPts val="50"/>
              </a:spcBef>
              <a:buNone/>
            </a:pPr>
            <a:r>
              <a:rPr lang="en-IN" sz="1800" dirty="0"/>
              <a:t>    solutions for the life sciences and BioPharma industry, with a focus on managing, standardizing,       </a:t>
            </a:r>
          </a:p>
          <a:p>
            <a:pPr marL="0" indent="0">
              <a:spcBef>
                <a:spcPts val="50"/>
              </a:spcBef>
              <a:buNone/>
            </a:pPr>
            <a:r>
              <a:rPr lang="en-IN" sz="1800" dirty="0"/>
              <a:t>    </a:t>
            </a:r>
            <a:r>
              <a:rPr lang="en-IN" sz="1800" dirty="0" err="1"/>
              <a:t>analyzing</a:t>
            </a:r>
            <a:r>
              <a:rPr lang="en-IN" sz="1800" dirty="0"/>
              <a:t>, visualizing, and automating clinical and nonclinical study data. </a:t>
            </a:r>
          </a:p>
          <a:p>
            <a:pPr marL="0" indent="0">
              <a:buNone/>
            </a:pPr>
            <a:r>
              <a:rPr lang="en-IN" sz="1800" b="1" dirty="0"/>
              <a:t>   Company Overview</a:t>
            </a:r>
          </a:p>
          <a:p>
            <a:pPr lvl="0"/>
            <a:r>
              <a:rPr lang="en-IN" sz="1800" dirty="0"/>
              <a:t>Provides Clinical Data Automation and regulatory data solutions for drug development and works across clinical and nonclinical research data. </a:t>
            </a:r>
          </a:p>
          <a:p>
            <a:pPr lvl="0"/>
            <a:r>
              <a:rPr lang="en-IN" sz="1800" dirty="0"/>
              <a:t>Focuses on data standardization, harmonization, regulatory readiness, analytics, and visualization. </a:t>
            </a:r>
          </a:p>
          <a:p>
            <a:pPr lvl="0"/>
            <a:r>
              <a:rPr lang="en-IN" sz="1800" dirty="0"/>
              <a:t>Has a global presence with offices in the United States, France, and India. </a:t>
            </a:r>
          </a:p>
          <a:p>
            <a:pPr lvl="0"/>
            <a:r>
              <a:rPr lang="en-IN" sz="1800" dirty="0"/>
              <a:t>The India engineering office is located in Bengaluru. </a:t>
            </a:r>
          </a:p>
          <a:p>
            <a:pPr lvl="0"/>
            <a:r>
              <a:rPr lang="en-IN" sz="1800" dirty="0"/>
              <a:t>Its solutions are used by pharmaceutical, biotechnology, and Contract Research Organization (CRO) customers. </a:t>
            </a:r>
          </a:p>
          <a:p>
            <a:pPr marL="0" indent="0">
              <a:buNone/>
            </a:pPr>
            <a:r>
              <a:rPr lang="en-IN" sz="1800" b="1" dirty="0"/>
              <a:t>    Mission</a:t>
            </a:r>
          </a:p>
          <a:p>
            <a:r>
              <a:rPr lang="en-IN" sz="1800" dirty="0"/>
              <a:t>To increase researchers' access to and utility of data by integrating information generated across discovery, preclinical, and clinical research and helping accelerate the progression from scientific observation to intervention. </a:t>
            </a:r>
          </a:p>
          <a:p>
            <a:pPr lvl="0"/>
            <a:endParaRPr lang="en-IN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pic>
        <p:nvPicPr>
          <p:cNvPr id="6" name="Picture 5" descr="PointCross Life Sciences | LinkedIn">
            <a:extLst>
              <a:ext uri="{FF2B5EF4-FFF2-40B4-BE49-F238E27FC236}">
                <a16:creationId xmlns:a16="http://schemas.microsoft.com/office/drawing/2014/main" id="{B06754D4-ECAF-060D-4707-922B7FA3A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6975" y="272596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428933"/>
      </p:ext>
    </p:extLst>
  </p:cSld>
  <p:clrMapOvr>
    <a:masterClrMapping/>
  </p:clrMapOvr>
  <p:transition spd="slow"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9D0ADE-9E25-2CBF-CACC-98166A9E7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195F4C-44D2-4F45-A0AC-21646A9D27BF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3FC1F3-245E-5853-4E97-E3DD109B5F51}"/>
              </a:ext>
            </a:extLst>
          </p:cNvPr>
          <p:cNvSpPr txBox="1"/>
          <p:nvPr/>
        </p:nvSpPr>
        <p:spPr>
          <a:xfrm>
            <a:off x="344907" y="287174"/>
            <a:ext cx="1169469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Product and Solutions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 err="1"/>
              <a:t>Xbiom</a:t>
            </a:r>
            <a:r>
              <a:rPr lang="en-IN" b="1" dirty="0"/>
              <a:t>™ – Clinical Data Automation Platform</a:t>
            </a:r>
          </a:p>
          <a:p>
            <a:pPr>
              <a:buNone/>
            </a:pPr>
            <a:r>
              <a:rPr lang="en-IN" dirty="0" err="1"/>
              <a:t>PointCross's</a:t>
            </a:r>
            <a:r>
              <a:rPr lang="en-IN" dirty="0"/>
              <a:t> primary platform for managing and automating clinical and nonclinical study data. Its capabilities include: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Data ingestion, exchange, and curation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Metadata management and transformation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Data standardization and harmonization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Clinical and nonclinical analytics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Regulatory data preparation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Submission-ready SEND, SDTM and Define.xml workflows </a:t>
            </a:r>
          </a:p>
          <a:p>
            <a:pPr>
              <a:buNone/>
            </a:pPr>
            <a:r>
              <a:rPr lang="en-IN" b="1" dirty="0" err="1"/>
              <a:t>eDataValidator</a:t>
            </a:r>
            <a:r>
              <a:rPr lang="en-IN" b="1" dirty="0"/>
              <a:t>™</a:t>
            </a:r>
          </a:p>
          <a:p>
            <a:pPr>
              <a:buNone/>
            </a:pPr>
            <a:r>
              <a:rPr lang="en-IN" dirty="0"/>
              <a:t>A validation solution supporting regulatory datasets, including: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SEND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SDTM </a:t>
            </a:r>
          </a:p>
          <a:p>
            <a:pPr lvl="0"/>
            <a:r>
              <a:rPr lang="en-IN" dirty="0"/>
              <a:t>It assists with validation and regulatory submission readiness. </a:t>
            </a:r>
          </a:p>
          <a:p>
            <a:pPr>
              <a:buNone/>
            </a:pPr>
            <a:r>
              <a:rPr lang="en-IN" b="1" dirty="0"/>
              <a:t>Customers / Industry Reach</a:t>
            </a:r>
          </a:p>
          <a:p>
            <a:pPr>
              <a:buNone/>
            </a:pPr>
            <a:r>
              <a:rPr lang="en-IN" dirty="0" err="1"/>
              <a:t>PointCross</a:t>
            </a:r>
            <a:r>
              <a:rPr lang="en-IN" dirty="0"/>
              <a:t> serves organizations across the BioPharma ecosystem, including:</a:t>
            </a:r>
          </a:p>
          <a:p>
            <a:pPr>
              <a:buNone/>
            </a:pPr>
            <a:r>
              <a:rPr lang="en-IN" dirty="0"/>
              <a:t>Pharmaceutical Companies • Biotechnology Companies • Contract Research Organizations (CROs)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527D43-D9EA-2C54-B524-4E47EFA9D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617" y="938515"/>
            <a:ext cx="6089984" cy="405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324209"/>
      </p:ext>
    </p:extLst>
  </p:cSld>
  <p:clrMapOvr>
    <a:masterClrMapping/>
  </p:clrMapOvr>
  <p:transition spd="slow"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>
              <a:buNone/>
            </a:pPr>
            <a:r>
              <a:rPr lang="en-IN" sz="1800" b="1" dirty="0"/>
              <a:t>    Working Domain:</a:t>
            </a:r>
            <a:br>
              <a:rPr lang="en-IN" sz="1800" dirty="0"/>
            </a:br>
            <a:r>
              <a:rPr lang="en-IN" sz="1800" dirty="0"/>
              <a:t>    </a:t>
            </a:r>
            <a:r>
              <a:rPr lang="en-IN" sz="1800" b="1" dirty="0" err="1"/>
              <a:t>DevSecOps</a:t>
            </a:r>
            <a:r>
              <a:rPr lang="en-IN" sz="1800" b="1" dirty="0"/>
              <a:t> &amp; Enterprise Application Security</a:t>
            </a:r>
            <a:endParaRPr lang="en-IN" sz="1800" dirty="0"/>
          </a:p>
          <a:p>
            <a:pPr marL="0" indent="0">
              <a:buNone/>
            </a:pPr>
            <a:r>
              <a:rPr lang="en-IN" sz="1800" b="1" dirty="0"/>
              <a:t>    Key Technologies:</a:t>
            </a:r>
            <a:endParaRPr lang="en-IN" sz="1800" dirty="0"/>
          </a:p>
          <a:p>
            <a:pPr lvl="0"/>
            <a:r>
              <a:rPr lang="en-IN" sz="1800" dirty="0"/>
              <a:t>Apache </a:t>
            </a:r>
            <a:r>
              <a:rPr lang="en-IN" sz="1800" dirty="0" err="1"/>
              <a:t>Solr</a:t>
            </a:r>
            <a:r>
              <a:rPr lang="en-IN" sz="1800" dirty="0"/>
              <a:t> / </a:t>
            </a:r>
            <a:r>
              <a:rPr lang="en-IN" sz="1800" dirty="0" err="1"/>
              <a:t>SolrCloud</a:t>
            </a:r>
            <a:r>
              <a:rPr lang="en-IN" sz="1800" dirty="0"/>
              <a:t> – Search and indexing platform </a:t>
            </a:r>
          </a:p>
          <a:p>
            <a:pPr lvl="0"/>
            <a:r>
              <a:rPr lang="en-IN" sz="1800" dirty="0"/>
              <a:t>Apache Ranger – Authorization, access-control policies &amp; auditing </a:t>
            </a:r>
          </a:p>
          <a:p>
            <a:pPr lvl="0"/>
            <a:r>
              <a:rPr lang="en-IN" sz="1800" dirty="0"/>
              <a:t>Docker – Containerized deployment and testing </a:t>
            </a:r>
          </a:p>
          <a:p>
            <a:pPr lvl="0"/>
            <a:r>
              <a:rPr lang="en-IN" sz="1800" dirty="0"/>
              <a:t>REST APIs – Service integration and security testing </a:t>
            </a:r>
          </a:p>
          <a:p>
            <a:pPr lvl="0"/>
            <a:r>
              <a:rPr lang="en-IN" sz="1800" dirty="0"/>
              <a:t>Git &amp; GitHub – Version control and project management </a:t>
            </a:r>
          </a:p>
          <a:p>
            <a:pPr lvl="0"/>
            <a:endParaRPr lang="en-IN" sz="1800" dirty="0"/>
          </a:p>
          <a:p>
            <a:pPr marL="0" indent="0">
              <a:buNone/>
            </a:pPr>
            <a:r>
              <a:rPr lang="en-IN" sz="1800" b="1" dirty="0"/>
              <a:t>     Supporting Security Technologies:</a:t>
            </a:r>
            <a:br>
              <a:rPr lang="en-IN" sz="1800" dirty="0"/>
            </a:br>
            <a:r>
              <a:rPr lang="en-IN" sz="1800" dirty="0"/>
              <a:t>          SBOM             • </a:t>
            </a:r>
            <a:r>
              <a:rPr lang="en-IN" sz="1800" dirty="0" err="1"/>
              <a:t>Syft</a:t>
            </a:r>
            <a:r>
              <a:rPr lang="en-IN" sz="1800" dirty="0"/>
              <a:t>                                      • </a:t>
            </a:r>
            <a:r>
              <a:rPr lang="en-IN" sz="1800" dirty="0" err="1"/>
              <a:t>Grype</a:t>
            </a:r>
            <a:r>
              <a:rPr lang="en-IN" sz="1800" dirty="0"/>
              <a:t>                                 • OWASP Dependency-Track 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887700"/>
      </p:ext>
    </p:extLst>
  </p:cSld>
  <p:clrMapOvr>
    <a:masterClrMapping/>
  </p:clrMapOvr>
  <p:transition spd="slow"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lvl="0"/>
            <a:r>
              <a:rPr lang="en-IN" sz="1800" dirty="0"/>
              <a:t>Secure Apache </a:t>
            </a:r>
            <a:r>
              <a:rPr lang="en-IN" sz="1800" dirty="0" err="1"/>
              <a:t>Solr</a:t>
            </a:r>
            <a:r>
              <a:rPr lang="en-IN" sz="1800" dirty="0"/>
              <a:t> using authentication and authorization mechanisms. </a:t>
            </a:r>
          </a:p>
          <a:p>
            <a:pPr lvl="0"/>
            <a:r>
              <a:rPr lang="en-IN" sz="1800" dirty="0"/>
              <a:t>Integrate Apache Ranger with </a:t>
            </a:r>
            <a:r>
              <a:rPr lang="en-IN" sz="1800" dirty="0" err="1"/>
              <a:t>Solr</a:t>
            </a:r>
            <a:r>
              <a:rPr lang="en-IN" sz="1800" dirty="0"/>
              <a:t> for centralized policy-based access control. </a:t>
            </a:r>
          </a:p>
          <a:p>
            <a:pPr lvl="0"/>
            <a:r>
              <a:rPr lang="en-IN" sz="1800" dirty="0"/>
              <a:t>Configure different access permissions for admin and regular users. </a:t>
            </a:r>
          </a:p>
          <a:p>
            <a:pPr lvl="0"/>
            <a:r>
              <a:rPr lang="en-IN" sz="1800" dirty="0"/>
              <a:t>Control query and update operations according to defined Ranger policies. </a:t>
            </a:r>
          </a:p>
          <a:p>
            <a:pPr lvl="0"/>
            <a:r>
              <a:rPr lang="en-IN" sz="1800" dirty="0"/>
              <a:t>Implement audit logging to capture allowed and denied access attempts. </a:t>
            </a:r>
          </a:p>
          <a:p>
            <a:pPr lvl="0"/>
            <a:r>
              <a:rPr lang="en-IN" sz="1800" dirty="0"/>
              <a:t>Validate authorization by performing positive and negative access tests. </a:t>
            </a:r>
          </a:p>
          <a:p>
            <a:pPr lvl="0"/>
            <a:r>
              <a:rPr lang="en-IN" sz="1800" dirty="0"/>
              <a:t>Monitor </a:t>
            </a:r>
            <a:r>
              <a:rPr lang="en-IN" sz="1800" dirty="0" err="1"/>
              <a:t>SolrCloud</a:t>
            </a:r>
            <a:r>
              <a:rPr lang="en-IN" sz="1800" dirty="0"/>
              <a:t> collections, nodes, shards and replicas. </a:t>
            </a:r>
          </a:p>
          <a:p>
            <a:pPr lvl="0"/>
            <a:r>
              <a:rPr lang="en-IN" sz="1800" dirty="0"/>
              <a:t>Develop a web-based security dashboard for centralized monitoring. </a:t>
            </a:r>
          </a:p>
          <a:p>
            <a:pPr lvl="0"/>
            <a:r>
              <a:rPr lang="en-IN" sz="1800" dirty="0"/>
              <a:t>Display Ranger policies, users, permissions and audit events through the dashboard. </a:t>
            </a:r>
          </a:p>
          <a:p>
            <a:pPr lvl="0"/>
            <a:r>
              <a:rPr lang="en-IN" sz="1800" dirty="0"/>
              <a:t>Verify that security policies are correctly enforced at the </a:t>
            </a:r>
            <a:r>
              <a:rPr lang="en-IN" sz="1800" dirty="0" err="1"/>
              <a:t>Solr</a:t>
            </a:r>
            <a:r>
              <a:rPr lang="en-IN" sz="1800" dirty="0"/>
              <a:t> resource level. </a:t>
            </a:r>
          </a:p>
          <a:p>
            <a:pPr lvl="0"/>
            <a:r>
              <a:rPr lang="en-IN" sz="1800" dirty="0"/>
              <a:t>Gain practical experience with enterprise security and </a:t>
            </a:r>
            <a:r>
              <a:rPr lang="en-IN" sz="1800" dirty="0" err="1"/>
              <a:t>DevSecOps</a:t>
            </a:r>
            <a:r>
              <a:rPr lang="en-IN" sz="1800" dirty="0"/>
              <a:t>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2951823"/>
      </p:ext>
    </p:extLst>
  </p:cSld>
  <p:clrMapOvr>
    <a:masterClrMapping/>
  </p:clrMapOvr>
  <p:transition spd="slow">
    <p:blinds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 algn="just">
              <a:buNone/>
            </a:pPr>
            <a:r>
              <a:rPr lang="en-IN" sz="1800" b="1" dirty="0"/>
              <a:t>    System Setup &amp; Configuration</a:t>
            </a:r>
          </a:p>
          <a:p>
            <a:pPr lvl="0"/>
            <a:r>
              <a:rPr lang="en-IN" sz="1800" dirty="0"/>
              <a:t>Set up Apache </a:t>
            </a:r>
            <a:r>
              <a:rPr lang="en-IN" sz="1800" dirty="0" err="1"/>
              <a:t>Solr</a:t>
            </a:r>
            <a:r>
              <a:rPr lang="en-IN" sz="1800" dirty="0"/>
              <a:t> in </a:t>
            </a:r>
            <a:r>
              <a:rPr lang="en-IN" sz="1800" dirty="0" err="1"/>
              <a:t>SolrCloud</a:t>
            </a:r>
            <a:r>
              <a:rPr lang="en-IN" sz="1800" dirty="0"/>
              <a:t> mode for search and indexing. </a:t>
            </a:r>
          </a:p>
          <a:p>
            <a:pPr lvl="0"/>
            <a:r>
              <a:rPr lang="en-IN" sz="1800" dirty="0"/>
              <a:t>Configured the required </a:t>
            </a:r>
            <a:r>
              <a:rPr lang="en-IN" sz="1800" dirty="0" err="1"/>
              <a:t>Solr</a:t>
            </a:r>
            <a:r>
              <a:rPr lang="en-IN" sz="1800" dirty="0"/>
              <a:t> collection, shard and replica. </a:t>
            </a:r>
          </a:p>
          <a:p>
            <a:pPr lvl="0"/>
            <a:r>
              <a:rPr lang="en-IN" sz="1800" dirty="0"/>
              <a:t>Enabled Basic Authentication to secure access to </a:t>
            </a:r>
            <a:r>
              <a:rPr lang="en-IN" sz="1800" dirty="0" err="1"/>
              <a:t>Solr</a:t>
            </a:r>
            <a:r>
              <a:rPr lang="en-IN" sz="1800" dirty="0"/>
              <a:t>. </a:t>
            </a:r>
          </a:p>
          <a:p>
            <a:pPr lvl="0"/>
            <a:r>
              <a:rPr lang="en-IN" sz="1800" dirty="0"/>
              <a:t>Integrated Apache Ranger as the authorization mechanism. </a:t>
            </a:r>
          </a:p>
          <a:p>
            <a:pPr lvl="0"/>
            <a:r>
              <a:rPr lang="en-IN" sz="1800" dirty="0"/>
              <a:t>Configured the Ranger </a:t>
            </a:r>
            <a:r>
              <a:rPr lang="en-IN" sz="1800" dirty="0" err="1"/>
              <a:t>Solr</a:t>
            </a:r>
            <a:r>
              <a:rPr lang="en-IN" sz="1800" dirty="0"/>
              <a:t> service for centralized security management. </a:t>
            </a:r>
          </a:p>
          <a:p>
            <a:pPr lvl="0"/>
            <a:r>
              <a:rPr lang="en-IN" sz="1800" dirty="0"/>
              <a:t>Established communication between </a:t>
            </a:r>
            <a:r>
              <a:rPr lang="en-IN" sz="1800" dirty="0" err="1"/>
              <a:t>Solr</a:t>
            </a:r>
            <a:r>
              <a:rPr lang="en-IN" sz="1800" dirty="0"/>
              <a:t>, Ranger and </a:t>
            </a:r>
            <a:r>
              <a:rPr lang="en-IN" sz="1800" dirty="0" err="1"/>
              <a:t>ZooKeeper</a:t>
            </a:r>
            <a:r>
              <a:rPr lang="en-IN" sz="1800" dirty="0"/>
              <a:t>. </a:t>
            </a:r>
          </a:p>
          <a:p>
            <a:pPr lvl="0"/>
            <a:r>
              <a:rPr lang="en-IN" sz="1800" dirty="0"/>
              <a:t>Verified the environment and service connectivity before security testing.</a:t>
            </a:r>
          </a:p>
          <a:p>
            <a:pPr algn="just"/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1800" dirty="0"/>
              <a:t>   </a:t>
            </a:r>
            <a:r>
              <a:rPr lang="en-IN" sz="2000" b="1" dirty="0"/>
              <a:t>USER → SOLR → AUTHENTICATION → RANGER AUTHORIZATION → SOLR RESOURCE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958729"/>
      </p:ext>
    </p:extLst>
  </p:cSld>
  <p:clrMapOvr>
    <a:masterClrMapping/>
  </p:clrMapOvr>
  <p:transition spd="slow">
    <p:blinds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5810CF-E4EE-A3F8-BC22-249C3CEF5775}"/>
              </a:ext>
            </a:extLst>
          </p:cNvPr>
          <p:cNvSpPr txBox="1"/>
          <p:nvPr/>
        </p:nvSpPr>
        <p:spPr bwMode="auto">
          <a:xfrm>
            <a:off x="742950" y="62547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  <a:cs typeface="+mn-cs"/>
              </a:rPr>
              <a:t>Policy &amp; Access Control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cs typeface="+mn-cs"/>
              </a:rPr>
              <a:t>Created Ranger authorization policies for </a:t>
            </a:r>
            <a:r>
              <a:rPr lang="en-US" dirty="0" err="1">
                <a:latin typeface="+mn-lt"/>
                <a:cs typeface="+mn-cs"/>
              </a:rPr>
              <a:t>Solr</a:t>
            </a:r>
            <a:r>
              <a:rPr lang="en-US" dirty="0">
                <a:latin typeface="+mn-lt"/>
                <a:cs typeface="+mn-cs"/>
              </a:rPr>
              <a:t> resources. 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cs typeface="+mn-cs"/>
              </a:rPr>
              <a:t>Defined permissions for schema, configuration, administration and collections. 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cs typeface="+mn-cs"/>
              </a:rPr>
              <a:t>Configured different access privileges for admin and test users. 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cs typeface="+mn-cs"/>
              </a:rPr>
              <a:t>Granted the administrator query and update permissions. 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cs typeface="+mn-cs"/>
              </a:rPr>
              <a:t>Restricted the test user to query-only access on collections. 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cs typeface="+mn-cs"/>
              </a:rPr>
              <a:t>Enabled audit logging for monitoring authorization decisions. 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cs typeface="+mn-cs"/>
              </a:rPr>
              <a:t>Used Ranger policies to enforce least-privilege access control.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201537-88CB-F5DD-F823-316796FF0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spcAft>
                <a:spcPts val="600"/>
              </a:spcAft>
              <a:defRPr/>
            </a:pPr>
            <a:fld id="{2F195F4C-44D2-4F45-A0AC-21646A9D27BF}" type="slidenum">
              <a:rPr lang="en-US" altLang="en-US" kern="1200"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>
                <a:spcAft>
                  <a:spcPts val="600"/>
                </a:spcAft>
                <a:defRPr/>
              </a:pPr>
              <a:t>8</a:t>
            </a:fld>
            <a:endParaRPr lang="en-US" altLang="en-US" kern="1200"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D6BD5E-C973-D24C-8CCA-61F432238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312241"/>
              </p:ext>
            </p:extLst>
          </p:nvPr>
        </p:nvGraphicFramePr>
        <p:xfrm>
          <a:off x="6753224" y="2273938"/>
          <a:ext cx="4600576" cy="2784064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1343757">
                  <a:extLst>
                    <a:ext uri="{9D8B030D-6E8A-4147-A177-3AD203B41FA5}">
                      <a16:colId xmlns:a16="http://schemas.microsoft.com/office/drawing/2014/main" val="3734985398"/>
                    </a:ext>
                  </a:extLst>
                </a:gridCol>
                <a:gridCol w="1450350">
                  <a:extLst>
                    <a:ext uri="{9D8B030D-6E8A-4147-A177-3AD203B41FA5}">
                      <a16:colId xmlns:a16="http://schemas.microsoft.com/office/drawing/2014/main" val="1425831096"/>
                    </a:ext>
                  </a:extLst>
                </a:gridCol>
                <a:gridCol w="1806469">
                  <a:extLst>
                    <a:ext uri="{9D8B030D-6E8A-4147-A177-3AD203B41FA5}">
                      <a16:colId xmlns:a16="http://schemas.microsoft.com/office/drawing/2014/main" val="167601622"/>
                    </a:ext>
                  </a:extLst>
                </a:gridCol>
              </a:tblGrid>
              <a:tr h="692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User</a:t>
                      </a:r>
                    </a:p>
                  </a:txBody>
                  <a:tcPr marL="204313" marR="157164" marT="157164" marB="15716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Query</a:t>
                      </a:r>
                    </a:p>
                  </a:txBody>
                  <a:tcPr marL="204313" marR="157164" marT="157164" marB="1571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Update</a:t>
                      </a:r>
                    </a:p>
                  </a:txBody>
                  <a:tcPr marL="204313" marR="157164" marT="157164" marB="1571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962686"/>
                  </a:ext>
                </a:extLst>
              </a:tr>
              <a:tr h="1033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cap="none" spc="0">
                          <a:solidFill>
                            <a:schemeClr val="tx1"/>
                          </a:solidFill>
                        </a:rPr>
                        <a:t>Admin</a:t>
                      </a:r>
                      <a:endParaRPr lang="en-IN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04313" marR="157164" marT="157164" marB="15716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✅ Allowed</a:t>
                      </a:r>
                    </a:p>
                  </a:txBody>
                  <a:tcPr marL="204313" marR="157164" marT="157164" marB="1571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✅ Allowed</a:t>
                      </a:r>
                    </a:p>
                  </a:txBody>
                  <a:tcPr marL="204313" marR="157164" marT="157164" marB="1571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4249829"/>
                  </a:ext>
                </a:extLst>
              </a:tr>
              <a:tr h="1033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cap="none" spc="0">
                          <a:solidFill>
                            <a:schemeClr val="tx1"/>
                          </a:solidFill>
                        </a:rPr>
                        <a:t>Test User</a:t>
                      </a:r>
                      <a:endParaRPr lang="en-IN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04313" marR="157164" marT="157164" marB="15716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 dirty="0">
                          <a:solidFill>
                            <a:schemeClr val="tx1"/>
                          </a:solidFill>
                        </a:rPr>
                        <a:t>✅ Allowed</a:t>
                      </a:r>
                    </a:p>
                  </a:txBody>
                  <a:tcPr marL="204313" marR="157164" marT="157164" marB="1571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 dirty="0">
                          <a:solidFill>
                            <a:schemeClr val="tx1"/>
                          </a:solidFill>
                        </a:rPr>
                        <a:t>❌ Denied</a:t>
                      </a:r>
                    </a:p>
                  </a:txBody>
                  <a:tcPr marL="204313" marR="157164" marT="157164" marB="1571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988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4711976"/>
      </p:ext>
    </p:extLst>
  </p:cSld>
  <p:clrMapOvr>
    <a:masterClrMapping/>
  </p:clrMapOvr>
  <p:transition spd="slow">
    <p:blinds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324DB7-6C73-A3C2-A747-B161D4EC2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195F4C-44D2-4F45-A0AC-21646A9D27BF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27D68C-4D94-F022-74FC-59EEC01A2C6B}"/>
              </a:ext>
            </a:extLst>
          </p:cNvPr>
          <p:cNvSpPr txBox="1"/>
          <p:nvPr/>
        </p:nvSpPr>
        <p:spPr>
          <a:xfrm>
            <a:off x="489284" y="336884"/>
            <a:ext cx="10611853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Testing &amp; Monitoring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Tested </a:t>
            </a:r>
            <a:r>
              <a:rPr lang="en-IN" dirty="0" err="1"/>
              <a:t>Solr</a:t>
            </a:r>
            <a:r>
              <a:rPr lang="en-IN" dirty="0"/>
              <a:t> APIs using authenticated requests.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Performed positive and negative authorization testing.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Verified that the test user could successfully perform a query (HTTP 200).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Verified that an unauthorized update by the test user was blocked (HTTP 403).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Confirmed that the administrator could successfully perform query and update operations (HTTP 200).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Verified the authorization results through Apache Ranger audit logs.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Developed a web-based security dashboard to display: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SolrCloud</a:t>
            </a:r>
            <a:r>
              <a:rPr lang="en-IN" dirty="0"/>
              <a:t> health and collections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Ranger policies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User permissions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Allowed and denied audit events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Cross-verified frontend information with the underlying </a:t>
            </a:r>
            <a:r>
              <a:rPr lang="en-IN" dirty="0" err="1"/>
              <a:t>Solr</a:t>
            </a:r>
            <a:r>
              <a:rPr lang="en-IN" dirty="0"/>
              <a:t> and Ranger services.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b="1" dirty="0"/>
              <a:t>Final Methodology Flow</a:t>
            </a:r>
          </a:p>
          <a:p>
            <a:endParaRPr lang="en-IN" b="1" dirty="0"/>
          </a:p>
          <a:p>
            <a:r>
              <a:rPr lang="en-IN" sz="2000" b="1" dirty="0"/>
              <a:t>               CONFIGURE → SECURE → DEFINE POLICIES → TEST ACCESS → AUDIT → MONITOR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5182464"/>
      </p:ext>
    </p:extLst>
  </p:cSld>
  <p:clrMapOvr>
    <a:masterClrMapping/>
  </p:clrMapOvr>
  <p:transition spd="slow">
    <p:blinds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CE25A4-2806-249F-33C1-852529911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195F4C-44D2-4F45-A0AC-21646A9D27BF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B15DC8-13ED-487F-F225-4A7274D09854}"/>
              </a:ext>
            </a:extLst>
          </p:cNvPr>
          <p:cNvSpPr txBox="1"/>
          <p:nvPr/>
        </p:nvSpPr>
        <p:spPr>
          <a:xfrm>
            <a:off x="609600" y="601579"/>
            <a:ext cx="107442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         </a:t>
            </a:r>
            <a:r>
              <a:rPr lang="en-IN" sz="2000" b="1" dirty="0" err="1"/>
              <a:t>SecureSolr</a:t>
            </a:r>
            <a:endParaRPr lang="en-IN" b="1" dirty="0"/>
          </a:p>
          <a:p>
            <a:endParaRPr lang="en-IN" b="1" dirty="0"/>
          </a:p>
          <a:p>
            <a:r>
              <a:rPr lang="en-IN" dirty="0"/>
              <a:t>         React Dashboard</a:t>
            </a:r>
          </a:p>
          <a:p>
            <a:r>
              <a:rPr lang="en-IN" dirty="0"/>
              <a:t>                     |</a:t>
            </a:r>
          </a:p>
          <a:p>
            <a:r>
              <a:rPr lang="en-IN" dirty="0"/>
              <a:t>           -------------------</a:t>
            </a:r>
          </a:p>
          <a:p>
            <a:r>
              <a:rPr lang="en-IN" dirty="0"/>
              <a:t>          |                       |</a:t>
            </a:r>
          </a:p>
          <a:p>
            <a:r>
              <a:rPr lang="en-IN" dirty="0"/>
              <a:t>    Apache </a:t>
            </a:r>
            <a:r>
              <a:rPr lang="en-IN" dirty="0" err="1"/>
              <a:t>Solr</a:t>
            </a:r>
            <a:r>
              <a:rPr lang="en-IN" dirty="0"/>
              <a:t>       Apache Ranger</a:t>
            </a:r>
          </a:p>
          <a:p>
            <a:r>
              <a:rPr lang="en-IN" dirty="0"/>
              <a:t>     </a:t>
            </a:r>
            <a:r>
              <a:rPr lang="en-IN" dirty="0" err="1"/>
              <a:t>SolrCloud</a:t>
            </a:r>
            <a:r>
              <a:rPr lang="en-IN" dirty="0"/>
              <a:t>           Ranger Admin</a:t>
            </a:r>
          </a:p>
          <a:p>
            <a:r>
              <a:rPr lang="en-IN" dirty="0"/>
              <a:t>          |                       |</a:t>
            </a:r>
          </a:p>
          <a:p>
            <a:r>
              <a:rPr lang="en-IN" dirty="0"/>
              <a:t>          |                  Ranger Policies</a:t>
            </a:r>
          </a:p>
          <a:p>
            <a:r>
              <a:rPr lang="en-IN" dirty="0"/>
              <a:t>          |                       |</a:t>
            </a:r>
          </a:p>
          <a:p>
            <a:r>
              <a:rPr lang="en-IN" dirty="0"/>
              <a:t>    +---- Authorization ----+</a:t>
            </a:r>
          </a:p>
          <a:p>
            <a:r>
              <a:rPr lang="en-IN" dirty="0"/>
              <a:t>                     |</a:t>
            </a:r>
          </a:p>
          <a:p>
            <a:r>
              <a:rPr lang="en-IN" dirty="0"/>
              <a:t>                Audit Logs</a:t>
            </a:r>
          </a:p>
          <a:p>
            <a:r>
              <a:rPr lang="en-IN" dirty="0"/>
              <a:t>                     |</a:t>
            </a:r>
          </a:p>
          <a:p>
            <a:r>
              <a:rPr lang="en-IN" dirty="0"/>
              <a:t>        Ranger Audit </a:t>
            </a:r>
            <a:r>
              <a:rPr lang="en-IN" dirty="0" err="1"/>
              <a:t>Solr</a:t>
            </a:r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77284C-1479-816A-8413-5F26F9AE28D4}"/>
              </a:ext>
            </a:extLst>
          </p:cNvPr>
          <p:cNvSpPr txBox="1"/>
          <p:nvPr/>
        </p:nvSpPr>
        <p:spPr>
          <a:xfrm>
            <a:off x="5981700" y="1455107"/>
            <a:ext cx="536651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Supporting Services:</a:t>
            </a:r>
          </a:p>
          <a:p>
            <a:r>
              <a:rPr lang="en-IN" dirty="0" err="1"/>
              <a:t>ZooKeeper</a:t>
            </a:r>
            <a:r>
              <a:rPr lang="en-IN" dirty="0"/>
              <a:t> | PostgreSQL | Docker Compose</a:t>
            </a:r>
          </a:p>
          <a:p>
            <a:endParaRPr lang="en-IN" dirty="0"/>
          </a:p>
          <a:p>
            <a:r>
              <a:rPr lang="en-IN" dirty="0"/>
              <a:t>Security Validation:</a:t>
            </a:r>
          </a:p>
          <a:p>
            <a:r>
              <a:rPr lang="en-IN" dirty="0" err="1"/>
              <a:t>Syft</a:t>
            </a:r>
            <a:r>
              <a:rPr lang="en-IN" dirty="0"/>
              <a:t> → SBOM → Dependency-Track / </a:t>
            </a:r>
            <a:r>
              <a:rPr lang="en-IN" dirty="0" err="1"/>
              <a:t>Grype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The complete environment was deployed as interconnected Docker containers. Apache Ranger provides centralized authorization for </a:t>
            </a:r>
            <a:r>
              <a:rPr lang="en-IN" dirty="0" err="1"/>
              <a:t>Solr</a:t>
            </a:r>
            <a:r>
              <a:rPr lang="en-IN" dirty="0"/>
              <a:t> resources, while audit events are stored and displayed through the </a:t>
            </a:r>
            <a:r>
              <a:rPr lang="en-IN" dirty="0" err="1"/>
              <a:t>SecureSolr</a:t>
            </a:r>
            <a:r>
              <a:rPr lang="en-IN" dirty="0"/>
              <a:t> dashboard.</a:t>
            </a:r>
          </a:p>
        </p:txBody>
      </p:sp>
    </p:spTree>
    <p:extLst>
      <p:ext uri="{BB962C8B-B14F-4D97-AF65-F5344CB8AC3E}">
        <p14:creationId xmlns:p14="http://schemas.microsoft.com/office/powerpoint/2010/main" val="313752730"/>
      </p:ext>
    </p:extLst>
  </p:cSld>
  <p:clrMapOvr>
    <a:masterClrMapping/>
  </p:clrMapOvr>
  <p:transition spd="slow">
    <p:blinds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20AD07B-1B71-D008-1486-256C5872F6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6463" y="1135712"/>
            <a:ext cx="5646822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75E84F-FBA4-FEE3-02D6-3B1F6C9BF9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663" y="1135712"/>
            <a:ext cx="5646821" cy="335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4325FCC-1F95-ACD9-EA79-2ACDD82C4E6E}"/>
              </a:ext>
            </a:extLst>
          </p:cNvPr>
          <p:cNvSpPr txBox="1"/>
          <p:nvPr/>
        </p:nvSpPr>
        <p:spPr>
          <a:xfrm>
            <a:off x="176464" y="4572001"/>
            <a:ext cx="56468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Test User:</a:t>
            </a:r>
            <a:br>
              <a:rPr lang="en-IN" dirty="0"/>
            </a:br>
            <a:r>
              <a:rPr lang="en-IN" b="1" dirty="0"/>
              <a:t>Query Allowed (HTTP 200) | Update Denied (HTTP 403)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5DE862-8191-5261-54EC-F7D764EC28BB}"/>
              </a:ext>
            </a:extLst>
          </p:cNvPr>
          <p:cNvSpPr txBox="1"/>
          <p:nvPr/>
        </p:nvSpPr>
        <p:spPr>
          <a:xfrm>
            <a:off x="6296526" y="4572001"/>
            <a:ext cx="36806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Admin:</a:t>
            </a:r>
            <a:br>
              <a:rPr lang="en-IN" dirty="0"/>
            </a:br>
            <a:r>
              <a:rPr lang="en-IN" b="1" dirty="0"/>
              <a:t>Query &amp; Update Allowed (HTTP 200)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3375810"/>
      </p:ext>
    </p:extLst>
  </p:cSld>
  <p:clrMapOvr>
    <a:masterClrMapping/>
  </p:clrMapOvr>
  <p:transition spd="slow">
    <p:blinds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D3B9D1-D802-ADBE-DE8B-FEEF80D12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195F4C-44D2-4F45-A0AC-21646A9D27BF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CB2436-53FE-50E1-F22B-6DC8A12D011A}"/>
              </a:ext>
            </a:extLst>
          </p:cNvPr>
          <p:cNvSpPr txBox="1"/>
          <p:nvPr/>
        </p:nvSpPr>
        <p:spPr>
          <a:xfrm>
            <a:off x="513346" y="1087020"/>
            <a:ext cx="1041934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Security &amp; Audit Validation</a:t>
            </a:r>
          </a:p>
          <a:p>
            <a:pPr>
              <a:buNone/>
            </a:pPr>
            <a:r>
              <a:rPr lang="en-IN" b="1" dirty="0"/>
              <a:t>Role-Based Authorization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Administrator successfully performed query and update operations.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Test user successfully performed query operations.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Unauthorized test-user updates were denied with </a:t>
            </a:r>
            <a:r>
              <a:rPr lang="en-IN" b="1" dirty="0"/>
              <a:t>HTTP 403</a:t>
            </a:r>
            <a:r>
              <a:rPr lang="en-IN" dirty="0"/>
              <a:t>. </a:t>
            </a:r>
          </a:p>
          <a:p>
            <a:pPr>
              <a:buNone/>
            </a:pPr>
            <a:r>
              <a:rPr lang="en-IN" b="1" dirty="0"/>
              <a:t>Audit Logging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Allowed and denied operations were recorded by Apache Ranger.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Audit records captured user, resource, action, result, policy and timestamp. </a:t>
            </a:r>
          </a:p>
          <a:p>
            <a:pPr>
              <a:buNone/>
            </a:pPr>
            <a:r>
              <a:rPr lang="en-IN" b="1" dirty="0"/>
              <a:t>Software Supply Chain Security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SBOM generated in </a:t>
            </a:r>
            <a:r>
              <a:rPr lang="en-IN" dirty="0" err="1"/>
              <a:t>CycloneDX</a:t>
            </a:r>
            <a:r>
              <a:rPr lang="en-IN" dirty="0"/>
              <a:t> and SPDX formats.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SBOM </a:t>
            </a:r>
            <a:r>
              <a:rPr lang="en-IN" dirty="0" err="1"/>
              <a:t>analyzed</a:t>
            </a:r>
            <a:r>
              <a:rPr lang="en-IN" dirty="0"/>
              <a:t> using OWASP Dependency-Track.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Security validation evidence maintained within the project repository.</a:t>
            </a:r>
          </a:p>
        </p:txBody>
      </p:sp>
    </p:spTree>
    <p:extLst>
      <p:ext uri="{BB962C8B-B14F-4D97-AF65-F5344CB8AC3E}">
        <p14:creationId xmlns:p14="http://schemas.microsoft.com/office/powerpoint/2010/main" val="193260383"/>
      </p:ext>
    </p:extLst>
  </p:cSld>
  <p:clrMapOvr>
    <a:masterClrMapping/>
  </p:clrMapOvr>
  <p:transition spd="slow">
    <p:blinds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lvl="0"/>
            <a:r>
              <a:rPr lang="en-IN" sz="1800" dirty="0"/>
              <a:t>Successfully implemented a secure and containerized Apache </a:t>
            </a:r>
            <a:r>
              <a:rPr lang="en-IN" sz="1800" dirty="0" err="1"/>
              <a:t>SolrCloud</a:t>
            </a:r>
            <a:r>
              <a:rPr lang="en-IN" sz="1800" dirty="0"/>
              <a:t> environment. </a:t>
            </a:r>
          </a:p>
          <a:p>
            <a:pPr lvl="0"/>
            <a:r>
              <a:rPr lang="en-IN" sz="1800" dirty="0"/>
              <a:t>Integrated Apache Ranger for centralized policy-based authorization and access control. </a:t>
            </a:r>
          </a:p>
          <a:p>
            <a:pPr lvl="0"/>
            <a:r>
              <a:rPr lang="en-IN" sz="1800" dirty="0"/>
              <a:t>Successfully validated role-based permissions through allowed and denied operations. </a:t>
            </a:r>
          </a:p>
          <a:p>
            <a:pPr lvl="0"/>
            <a:r>
              <a:rPr lang="en-IN" sz="1800" dirty="0"/>
              <a:t>Implemented audit logging to track and monitor security events. </a:t>
            </a:r>
          </a:p>
          <a:p>
            <a:pPr lvl="0"/>
            <a:r>
              <a:rPr lang="en-IN" sz="1800" dirty="0"/>
              <a:t>Developed the </a:t>
            </a:r>
            <a:r>
              <a:rPr lang="en-IN" sz="1800" dirty="0" err="1"/>
              <a:t>SecureSolr</a:t>
            </a:r>
            <a:r>
              <a:rPr lang="en-IN" sz="1800" dirty="0"/>
              <a:t> dashboard for centralized monitoring of </a:t>
            </a:r>
            <a:r>
              <a:rPr lang="en-IN" sz="1800" dirty="0" err="1"/>
              <a:t>Solr</a:t>
            </a:r>
            <a:r>
              <a:rPr lang="en-IN" sz="1800" dirty="0"/>
              <a:t> and Ranger. </a:t>
            </a:r>
          </a:p>
          <a:p>
            <a:pPr lvl="0"/>
            <a:r>
              <a:rPr lang="en-IN" sz="1800" dirty="0"/>
              <a:t>Generated </a:t>
            </a:r>
            <a:r>
              <a:rPr lang="en-IN" sz="1800" dirty="0" err="1"/>
              <a:t>CycloneDX</a:t>
            </a:r>
            <a:r>
              <a:rPr lang="en-IN" sz="1800" dirty="0"/>
              <a:t> and SPDX SBOMs and performed security analysis using OWASP Dependency-Track. </a:t>
            </a:r>
          </a:p>
          <a:p>
            <a:pPr lvl="0"/>
            <a:r>
              <a:rPr lang="en-IN" sz="1800" dirty="0"/>
              <a:t>Applied practical concepts of container security, vulnerability management, access control and software supply chain security. </a:t>
            </a:r>
          </a:p>
          <a:p>
            <a:pPr lvl="0"/>
            <a:r>
              <a:rPr lang="en-IN" sz="1800" dirty="0"/>
              <a:t>Gained hands-on experience with enterprise software development and </a:t>
            </a:r>
            <a:r>
              <a:rPr lang="en-IN" sz="1800" dirty="0" err="1"/>
              <a:t>DevSecOps</a:t>
            </a:r>
            <a:r>
              <a:rPr lang="en-IN" sz="1800" dirty="0"/>
              <a:t> practices.</a:t>
            </a:r>
          </a:p>
          <a:p>
            <a:r>
              <a:rPr lang="en-IN" sz="1800" dirty="0"/>
              <a:t>The internship provided practical experience in building, securing, testing and monitoring an enterprise application using modern </a:t>
            </a:r>
            <a:r>
              <a:rPr lang="en-IN" sz="1800" dirty="0" err="1"/>
              <a:t>DevSecOps</a:t>
            </a:r>
            <a:r>
              <a:rPr lang="en-IN" sz="1800" dirty="0"/>
              <a:t> and security technologies.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37392139"/>
      </p:ext>
    </p:extLst>
  </p:cSld>
  <p:clrMapOvr>
    <a:masterClrMapping/>
  </p:clrMapOvr>
  <p:transition spd="slow">
    <p:blinds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14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8975439"/>
      </p:ext>
    </p:extLst>
  </p:cSld>
  <p:clrMapOvr>
    <a:masterClrMapping/>
  </p:clrMapOvr>
  <p:transition spd="slow">
    <p:blinds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440382"/>
      </p:ext>
    </p:extLst>
  </p:cSld>
  <p:clrMapOvr>
    <a:masterClrMapping/>
  </p:clrMapOvr>
  <p:transition spd="slow">
    <p:blinds dir="vert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7898</TotalTime>
  <Words>1238</Words>
  <Application>Microsoft Office PowerPoint</Application>
  <PresentationFormat>Widescreen</PresentationFormat>
  <Paragraphs>188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PointCross Life Sciences</vt:lpstr>
      <vt:lpstr>PowerPoint Presentation</vt:lpstr>
      <vt:lpstr>Working domain or the technology</vt:lpstr>
      <vt:lpstr>Objectives of the work</vt:lpstr>
      <vt:lpstr>Methodology Used</vt:lpstr>
      <vt:lpstr>PowerPoint Presentation</vt:lpstr>
      <vt:lpstr>PowerPoint Presentation</vt:lpstr>
      <vt:lpstr>PowerPoint Presentation</vt:lpstr>
      <vt:lpstr>Results </vt:lpstr>
      <vt:lpstr>PowerPoint Presentation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Preeteesh</dc:creator>
  <cp:lastModifiedBy>Anupriya S</cp:lastModifiedBy>
  <cp:revision>942</cp:revision>
  <cp:lastPrinted>2018-07-24T06:37:20Z</cp:lastPrinted>
  <dcterms:created xsi:type="dcterms:W3CDTF">2018-06-07T04:06:17Z</dcterms:created>
  <dcterms:modified xsi:type="dcterms:W3CDTF">2026-08-07T15:21:43Z</dcterms:modified>
</cp:coreProperties>
</file>